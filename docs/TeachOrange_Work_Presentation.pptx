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goal: a shared library of teaching activities for faculty.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short; emphasize higher-ed faculty as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Django admin and Postgres if technical audience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slide; delete before presenting if you prefer.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D2D4C"/>
                </a:solidFill>
              </a:rPr>
              <a:t>TeachOrange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555555"/>
                </a:solidFill>
              </a:rPr>
              <a:t>Teaching activities library for higher-ed faculty</a:t>
            </a:r>
          </a:p>
          <a:p>
            <a:r>
              <a:rPr sz="1800">
                <a:solidFill>
                  <a:srgbClr val="555555"/>
                </a:solidFill>
              </a:rPr>
              <a:t>Browse · Search · .edu access to materials</a:t>
            </a:r>
          </a:p>
          <a:p/>
          <a:p>
            <a:r>
              <a:rPr sz="1800">
                <a:solidFill>
                  <a:srgbClr val="555555"/>
                </a:solidFill>
              </a:rPr>
              <a:t>Abhijnya Konanduru Gurumurthy</a:t>
            </a:r>
          </a:p>
          <a:p>
            <a:r>
              <a:rPr sz="1800">
                <a:solidFill>
                  <a:srgbClr val="555555"/>
                </a:solidFill>
              </a:rPr>
              <a:t>Syracuse University · Maxwell School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D4C"/>
                </a:solidFill>
              </a:rPr>
              <a:t>Context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555555"/>
                </a:solidFill>
              </a:rPr>
              <a:t>Why TeachOrange exists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D2D4C"/>
                </a:solidFill>
              </a:rPr>
              <a:t>Problem &amp;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Faculty need quick access to peer-shared teaching activities.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Materials (handouts, slides, prompts) should be easy to find and download.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Access should stay faculty-focused (university email).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D4C"/>
                </a:solidFill>
              </a:rPr>
              <a:t>What we shipped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555555"/>
                </a:solidFill>
              </a:rPr>
              <a:t>Product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D2D4C"/>
                </a:solidFill>
              </a:rPr>
              <a:t>TeachOrange in one minute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Public catalog: browse and search activities by keyword, category, and tags.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Detail pages: descriptions plus file previews/downloads for signed-in faculty.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Self-service .edu registration, password reset via email (Mailjet).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Django admin for professors to manage categories, tags, and uploads.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D4C"/>
                </a:solidFill>
              </a:rPr>
              <a:t>Experience highlights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555555"/>
                </a:solidFill>
              </a:rPr>
              <a:t>Features you can demo live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D2D4C"/>
                </a:solidFill>
              </a:rPr>
              <a:t>Key 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Activity cards with thumbnail, summary, and tag chips.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Click a tag on a card → filters the list to that tag.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Preview supported file types in-browser after sign-in; download in one click.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Responsive layout and consistent Syracuse-inspired branding (navy &amp; orange).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D4C"/>
                </a:solidFill>
              </a:rPr>
              <a:t>Under the hood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555555"/>
                </a:solidFill>
              </a:rPr>
              <a:t>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D2D4C"/>
                </a:solidFill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Backend: Django (Python) with PostgreSQL.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Auth: faculty accounts tied to .edu addresses; protected media URLs.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Email: transactional mail via Mailjet (e.g. password reset).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Deployment path: production-ready for VPS (e.g. nginx + Gunicorn + TLS).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D4C"/>
                </a:solidFill>
              </a:rPr>
              <a:t>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555555"/>
                </a:solidFill>
              </a:rPr>
              <a:t>Who did what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D2D4C"/>
                </a:solidFill>
              </a:rPr>
              <a:t>Credits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Faculty lead: Mark D. Brockway (Maxwell School, Syracuse University).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Resource collection: Benjamin Katz &amp; Sadie Rose Lehrfeld.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Website &amp; platform: Abhijnya Konanduru Gurumurthy (this presentation).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2D4C"/>
                </a:solidFill>
              </a:rPr>
              <a:t>Status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555555"/>
                </a:solidFill>
              </a:rPr>
              <a:t>Roadmap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D2D4C"/>
                </a:solidFill>
              </a:rP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Core product: list, detail, auth, admin, tag filters, contact/team page.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Next: production hosting, domain DNS, and ongoing content curation.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Optional: more activities, analytics, and accessibility polish.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D2D4C"/>
                </a:solidFill>
              </a:rPr>
              <a:t>Presenter tip —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Keynote: sidebar → Animate → add an effect to the slide or to a text box.</a:t>
            </a:r>
          </a:p>
          <a:p>
            <a:pPr>
              <a:spcAft>
                <a:spcPts val="600"/>
              </a:spcAft>
              <a:defRPr sz="2000">
                <a:solidFill>
                  <a:srgbClr val="555555"/>
                </a:solidFill>
              </a:defRPr>
            </a:pPr>
            <a:r>
              <a:t>PowerPoint: Transitions / Animations tabs — try Fade or Appear on bullets.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solidFill>
                  <a:srgbClr val="F76900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555555"/>
                </a:solidFill>
              </a:rPr>
              <a:t>Questions?</a:t>
            </a:r>
          </a:p>
          <a:p/>
          <a:p>
            <a:r>
              <a:rPr sz="2000">
                <a:solidFill>
                  <a:srgbClr val="555555"/>
                </a:solidFill>
              </a:rPr>
              <a:t>Contact: Mark D. Brockway — mdbrockw@syr.edu</a:t>
            </a:r>
          </a:p>
          <a:p>
            <a:r>
              <a:rPr sz="2000">
                <a:solidFill>
                  <a:srgbClr val="555555"/>
                </a:solidFill>
              </a:rPr>
              <a:t>TeachOrange · teachorange.com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